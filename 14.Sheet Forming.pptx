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28" d="100"/>
          <a:sy n="128" d="100"/>
        </p:scale>
        <p:origin x="1134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C98CF-7079-49F0-A14D-5E116138C9F4}" type="datetimeFigureOut">
              <a:rPr lang="en-US" smtClean="0"/>
              <a:pPr/>
              <a:t>2021-05-04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1E035-F417-46CA-B6B3-6D6DC13ED51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C98CF-7079-49F0-A14D-5E116138C9F4}" type="datetimeFigureOut">
              <a:rPr lang="en-US" smtClean="0"/>
              <a:pPr/>
              <a:t>2021-05-04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1E035-F417-46CA-B6B3-6D6DC13ED51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C98CF-7079-49F0-A14D-5E116138C9F4}" type="datetimeFigureOut">
              <a:rPr lang="en-US" smtClean="0"/>
              <a:pPr/>
              <a:t>2021-05-04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1E035-F417-46CA-B6B3-6D6DC13ED51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C98CF-7079-49F0-A14D-5E116138C9F4}" type="datetimeFigureOut">
              <a:rPr lang="en-US" smtClean="0"/>
              <a:pPr/>
              <a:t>2021-05-04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1E035-F417-46CA-B6B3-6D6DC13ED51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C98CF-7079-49F0-A14D-5E116138C9F4}" type="datetimeFigureOut">
              <a:rPr lang="en-US" smtClean="0"/>
              <a:pPr/>
              <a:t>2021-05-04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1E035-F417-46CA-B6B3-6D6DC13ED51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C98CF-7079-49F0-A14D-5E116138C9F4}" type="datetimeFigureOut">
              <a:rPr lang="en-US" smtClean="0"/>
              <a:pPr/>
              <a:t>2021-05-04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1E035-F417-46CA-B6B3-6D6DC13ED51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C98CF-7079-49F0-A14D-5E116138C9F4}" type="datetimeFigureOut">
              <a:rPr lang="en-US" smtClean="0"/>
              <a:pPr/>
              <a:t>2021-05-04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1E035-F417-46CA-B6B3-6D6DC13ED51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C98CF-7079-49F0-A14D-5E116138C9F4}" type="datetimeFigureOut">
              <a:rPr lang="en-US" smtClean="0"/>
              <a:pPr/>
              <a:t>2021-05-04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1E035-F417-46CA-B6B3-6D6DC13ED51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C98CF-7079-49F0-A14D-5E116138C9F4}" type="datetimeFigureOut">
              <a:rPr lang="en-US" smtClean="0"/>
              <a:pPr/>
              <a:t>2021-05-04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1E035-F417-46CA-B6B3-6D6DC13ED51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C98CF-7079-49F0-A14D-5E116138C9F4}" type="datetimeFigureOut">
              <a:rPr lang="en-US" smtClean="0"/>
              <a:pPr/>
              <a:t>2021-05-04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1E035-F417-46CA-B6B3-6D6DC13ED51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C98CF-7079-49F0-A14D-5E116138C9F4}" type="datetimeFigureOut">
              <a:rPr lang="en-US" smtClean="0"/>
              <a:pPr/>
              <a:t>2021-05-04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1E035-F417-46CA-B6B3-6D6DC13ED51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DC98CF-7079-49F0-A14D-5E116138C9F4}" type="datetimeFigureOut">
              <a:rPr lang="en-US" smtClean="0"/>
              <a:pPr/>
              <a:t>2021-05-04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11E035-F417-46CA-B6B3-6D6DC13ED51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Sheet Forming Processes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Basic 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ctr"/>
            <a:r>
              <a:rPr lang="en-US" sz="4000" dirty="0"/>
              <a:t>Shearing</a:t>
            </a:r>
          </a:p>
          <a:p>
            <a:pPr algn="ctr">
              <a:buNone/>
            </a:pPr>
            <a:r>
              <a:rPr lang="en-US" sz="4000" dirty="0"/>
              <a:t> </a:t>
            </a:r>
          </a:p>
          <a:p>
            <a:pPr lvl="0" algn="ctr"/>
            <a:r>
              <a:rPr lang="en-US" sz="4000" dirty="0"/>
              <a:t>Bending</a:t>
            </a:r>
          </a:p>
          <a:p>
            <a:pPr algn="ctr">
              <a:buNone/>
            </a:pPr>
            <a:r>
              <a:rPr lang="en-US" sz="4000" dirty="0"/>
              <a:t> </a:t>
            </a:r>
          </a:p>
          <a:p>
            <a:pPr lvl="0" algn="ctr"/>
            <a:r>
              <a:rPr lang="en-US" sz="4000" dirty="0"/>
              <a:t>Drawing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Punching Operation</a:t>
            </a:r>
          </a:p>
        </p:txBody>
      </p:sp>
      <p:pic>
        <p:nvPicPr>
          <p:cNvPr id="4" name="Content Placeholder 3" descr="Fig 17-1 Simple Blanking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762000" y="1843881"/>
            <a:ext cx="7620000" cy="4038600"/>
          </a:xfr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Conventionally Sheared Surface</a:t>
            </a:r>
          </a:p>
        </p:txBody>
      </p:sp>
      <p:pic>
        <p:nvPicPr>
          <p:cNvPr id="4" name="Content Placeholder 3" descr="Fig 17-2 Conventionally Sheared Surface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037460" y="1600200"/>
            <a:ext cx="5069079" cy="4525963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Fineblanking Process</a:t>
            </a:r>
          </a:p>
        </p:txBody>
      </p:sp>
      <p:pic>
        <p:nvPicPr>
          <p:cNvPr id="4" name="Content Placeholder 3" descr="Fig 17-3 Fineblanking Process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762000" y="1920081"/>
            <a:ext cx="7620000" cy="3886200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Fineblanked Part</a:t>
            </a:r>
          </a:p>
        </p:txBody>
      </p:sp>
      <p:pic>
        <p:nvPicPr>
          <p:cNvPr id="4" name="Content Placeholder 3" descr="Fig 17-4 Fineblanked Part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862194" y="1600200"/>
            <a:ext cx="7419611" cy="4525963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Shear</a:t>
            </a:r>
          </a:p>
        </p:txBody>
      </p:sp>
      <p:pic>
        <p:nvPicPr>
          <p:cNvPr id="4" name="Content Placeholder 3" descr="Fig 17-6 Power Shear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194415" y="1600200"/>
            <a:ext cx="6755169" cy="4525963"/>
          </a:xfr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Piercing vs. Blanking</a:t>
            </a:r>
          </a:p>
        </p:txBody>
      </p:sp>
      <p:pic>
        <p:nvPicPr>
          <p:cNvPr id="4" name="Content Placeholder 3" descr="Fig 17-7 Piercing vs.Blanking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762000" y="1843881"/>
            <a:ext cx="7620000" cy="4038600"/>
          </a:xfr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Piercing, Lancing and Blanking</a:t>
            </a:r>
          </a:p>
        </p:txBody>
      </p:sp>
      <p:pic>
        <p:nvPicPr>
          <p:cNvPr id="4" name="Content Placeholder 3" descr="Fig 17-8 Piercing Lancing Blanking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762000" y="2691606"/>
            <a:ext cx="7620000" cy="2343150"/>
          </a:xfr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Blanking Punch Design</a:t>
            </a:r>
          </a:p>
        </p:txBody>
      </p:sp>
      <p:pic>
        <p:nvPicPr>
          <p:cNvPr id="4" name="Content Placeholder 3" descr="Fig 17-12 Blanking Options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399538" y="1600200"/>
            <a:ext cx="4344924" cy="4525963"/>
          </a:xfr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5-Station Progressive Piercing, Forming and Cut-off Punch and Die</a:t>
            </a:r>
          </a:p>
        </p:txBody>
      </p:sp>
      <p:pic>
        <p:nvPicPr>
          <p:cNvPr id="4" name="Content Placeholder 3" descr="Fig 17-15 Progressive Punch and Die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057400" y="1524000"/>
            <a:ext cx="4915662" cy="5120482"/>
          </a:xfr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Stages of 11-Station Progressive Punch and Die</a:t>
            </a:r>
          </a:p>
        </p:txBody>
      </p:sp>
      <p:pic>
        <p:nvPicPr>
          <p:cNvPr id="4" name="Content Placeholder 3" descr="Fig 17-17 Progressive Punch and Die Skeleton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28600" y="2514600"/>
            <a:ext cx="8676300" cy="1127919"/>
          </a:xfr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 Folder</a:t>
            </a:r>
          </a:p>
        </p:txBody>
      </p:sp>
      <p:pic>
        <p:nvPicPr>
          <p:cNvPr id="4" name="Content Placeholder 3" descr="Fig 17-20 Bar Folder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036091" y="1600200"/>
            <a:ext cx="7071817" cy="4525963"/>
          </a:xfr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Press Brake</a:t>
            </a:r>
          </a:p>
        </p:txBody>
      </p:sp>
      <p:pic>
        <p:nvPicPr>
          <p:cNvPr id="4" name="Content Placeholder 3" descr="Fig 17-21 Press Brake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979966" y="1600200"/>
            <a:ext cx="7184068" cy="4525963"/>
          </a:xfr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Bent Sheet Profiles</a:t>
            </a:r>
          </a:p>
        </p:txBody>
      </p:sp>
      <p:pic>
        <p:nvPicPr>
          <p:cNvPr id="4" name="Content Placeholder 3" descr="Fig 17-22 Angles and Contours with Press Brake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762000" y="2910681"/>
            <a:ext cx="7620000" cy="1905000"/>
          </a:xfr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Dies Forming a Rolled Bead</a:t>
            </a:r>
          </a:p>
        </p:txBody>
      </p:sp>
      <p:pic>
        <p:nvPicPr>
          <p:cNvPr id="4" name="Content Placeholder 3" descr="Fig 17-23 Roll Bead Forming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090490" y="1600200"/>
            <a:ext cx="6963020" cy="4525963"/>
          </a:xfr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Roll Bending</a:t>
            </a:r>
          </a:p>
        </p:txBody>
      </p:sp>
      <p:pic>
        <p:nvPicPr>
          <p:cNvPr id="4" name="Content Placeholder 3" descr="Fig 17-28 Roll Bending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762000" y="2224881"/>
            <a:ext cx="7620000" cy="3276600"/>
          </a:xfr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Bend Sheets into Shapes</a:t>
            </a:r>
          </a:p>
        </p:txBody>
      </p:sp>
      <p:pic>
        <p:nvPicPr>
          <p:cNvPr id="4" name="Content Placeholder 3" descr="Fig 17-30 Cold Roll Forming a Tube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037460" y="1600200"/>
            <a:ext cx="5069079" cy="4525963"/>
          </a:xfr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Forming a Box Channel</a:t>
            </a:r>
          </a:p>
        </p:txBody>
      </p:sp>
      <p:pic>
        <p:nvPicPr>
          <p:cNvPr id="4" name="Content Placeholder 3" descr="Fig 17-31 Rolling Box Channel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81000" y="2057400"/>
            <a:ext cx="8427759" cy="1432719"/>
          </a:xfr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Sheet Metal Seaming</a:t>
            </a:r>
          </a:p>
        </p:txBody>
      </p:sp>
      <p:pic>
        <p:nvPicPr>
          <p:cNvPr id="4" name="Content Placeholder 3" descr="Fig 17-32 Seaming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762000" y="3367881"/>
            <a:ext cx="7620000" cy="990600"/>
          </a:xfr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Straightening Sheets and Strips</a:t>
            </a:r>
          </a:p>
        </p:txBody>
      </p:sp>
      <p:pic>
        <p:nvPicPr>
          <p:cNvPr id="4" name="Content Placeholder 3" descr="Fig 17-33 Roll Straightening Flat Stock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762000" y="2758281"/>
            <a:ext cx="7620000" cy="2209800"/>
          </a:xfr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Forming Sheet by Spinning</a:t>
            </a:r>
          </a:p>
        </p:txBody>
      </p:sp>
      <p:pic>
        <p:nvPicPr>
          <p:cNvPr id="4" name="Content Placeholder 3" descr="Fig 17-34 Spinning Sheet Metal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916768" y="1600200"/>
            <a:ext cx="5310463" cy="4525963"/>
          </a:xfr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Forming a Reflector by Spinning</a:t>
            </a:r>
          </a:p>
        </p:txBody>
      </p:sp>
      <p:pic>
        <p:nvPicPr>
          <p:cNvPr id="4" name="Content Placeholder 3" descr="Fig 17-35 Spinning Metal Reflector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762000" y="1843881"/>
            <a:ext cx="7620000" cy="4038600"/>
          </a:xfr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Shear Forming</a:t>
            </a:r>
          </a:p>
        </p:txBody>
      </p:sp>
      <p:pic>
        <p:nvPicPr>
          <p:cNvPr id="4" name="Content Placeholder 3" descr="Fig 17-36 Shear Forming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550403" y="1600200"/>
            <a:ext cx="4043194" cy="4525963"/>
          </a:xfr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Stretch Forming</a:t>
            </a:r>
          </a:p>
        </p:txBody>
      </p:sp>
      <p:pic>
        <p:nvPicPr>
          <p:cNvPr id="4" name="Content Placeholder 3" descr="Fig 17-39 Stretch Forming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762000" y="2986881"/>
            <a:ext cx="7620000" cy="1752600"/>
          </a:xfr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Drawing</a:t>
            </a:r>
          </a:p>
        </p:txBody>
      </p:sp>
      <p:pic>
        <p:nvPicPr>
          <p:cNvPr id="4" name="Content Placeholder 3" descr="Fig 17-40 Deep Drawing Process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675383" y="1600200"/>
            <a:ext cx="5793233" cy="4525963"/>
          </a:xfr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Metal Flow in Drawing</a:t>
            </a:r>
          </a:p>
        </p:txBody>
      </p:sp>
      <p:pic>
        <p:nvPicPr>
          <p:cNvPr id="4" name="Content Placeholder 3" descr="Fig 17-41 Flow of Material During Deep Drawing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384702" y="1600200"/>
            <a:ext cx="6374596" cy="4525963"/>
          </a:xfr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Piercing, Blanking, Drawing and Trimming</a:t>
            </a:r>
          </a:p>
        </p:txBody>
      </p:sp>
      <p:pic>
        <p:nvPicPr>
          <p:cNvPr id="4" name="Content Placeholder 3" descr="Fig 17-45 Pierced Blanked Drawn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762000" y="2377281"/>
            <a:ext cx="7620000" cy="2971800"/>
          </a:xfr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Hydroforming Sheets</a:t>
            </a:r>
          </a:p>
        </p:txBody>
      </p:sp>
      <p:pic>
        <p:nvPicPr>
          <p:cNvPr id="4" name="Content Placeholder 3" descr="Fig 17-49 High-Pressure Flexible-Die Forming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386308" y="1219200"/>
            <a:ext cx="4395492" cy="5317127"/>
          </a:xfr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Hydroforming Tubes</a:t>
            </a:r>
          </a:p>
        </p:txBody>
      </p:sp>
      <p:pic>
        <p:nvPicPr>
          <p:cNvPr id="4" name="Content Placeholder 3" descr="Fig 17-52a Tube Hydroforming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762000" y="2910681"/>
            <a:ext cx="7620000" cy="1905000"/>
          </a:xfr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Cross-section of Formed Tube</a:t>
            </a:r>
          </a:p>
        </p:txBody>
      </p:sp>
      <p:pic>
        <p:nvPicPr>
          <p:cNvPr id="4" name="Content Placeholder 3" descr="Fig 17-52b Tube Hydroforming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459884" y="1600200"/>
            <a:ext cx="4224232" cy="4525963"/>
          </a:xfr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Formed Tubes in Auto Bodies</a:t>
            </a:r>
          </a:p>
        </p:txBody>
      </p:sp>
      <p:pic>
        <p:nvPicPr>
          <p:cNvPr id="4" name="Content Placeholder 3" descr="Fig 17-53 Hydroformed Tubes in Automotive Applications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762000" y="1691481"/>
            <a:ext cx="7620000" cy="4343400"/>
          </a:xfr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Hot Drawing</a:t>
            </a:r>
          </a:p>
        </p:txBody>
      </p:sp>
      <p:pic>
        <p:nvPicPr>
          <p:cNvPr id="4" name="Content Placeholder 3" descr="Fig 17-54 Hot Drawing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615037" y="1600200"/>
            <a:ext cx="5913925" cy="4525963"/>
          </a:xfr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Ironing</a:t>
            </a:r>
          </a:p>
        </p:txBody>
      </p:sp>
      <p:pic>
        <p:nvPicPr>
          <p:cNvPr id="4" name="Content Placeholder 3" descr="Fig 17-55 Ironing Process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399538" y="1600200"/>
            <a:ext cx="4344924" cy="4525963"/>
          </a:xfr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Embossing</a:t>
            </a:r>
          </a:p>
        </p:txBody>
      </p:sp>
      <p:pic>
        <p:nvPicPr>
          <p:cNvPr id="4" name="Content Placeholder 3" descr="Fig 17-56 Embossing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862194" y="1600200"/>
            <a:ext cx="7419611" cy="4525963"/>
          </a:xfr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123</Words>
  <Application>Microsoft Office PowerPoint</Application>
  <PresentationFormat>On-screen Show (4:3)</PresentationFormat>
  <Paragraphs>40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Sheet Forming Processes</vt:lpstr>
      <vt:lpstr>Basic Categories</vt:lpstr>
      <vt:lpstr>Standard Punching Operation</vt:lpstr>
      <vt:lpstr>Conventionally Sheared Surface</vt:lpstr>
      <vt:lpstr>Fineblanking Process</vt:lpstr>
      <vt:lpstr>Fineblanked Part</vt:lpstr>
      <vt:lpstr>Power Shear</vt:lpstr>
      <vt:lpstr>Piercing vs. Blanking</vt:lpstr>
      <vt:lpstr>Piercing, Lancing and Blanking</vt:lpstr>
      <vt:lpstr>Blanking Punch Design</vt:lpstr>
      <vt:lpstr>5-Station Progressive Piercing, Forming and Cut-off Punch and Die</vt:lpstr>
      <vt:lpstr>Stages of 11-Station Progressive Punch and Die</vt:lpstr>
      <vt:lpstr>Bar Folder</vt:lpstr>
      <vt:lpstr>Press Brake</vt:lpstr>
      <vt:lpstr>Bent Sheet Profiles</vt:lpstr>
      <vt:lpstr>Dies Forming a Rolled Bead</vt:lpstr>
      <vt:lpstr>Roll Bending</vt:lpstr>
      <vt:lpstr>Bend Sheets into Shapes</vt:lpstr>
      <vt:lpstr>Forming a Box Channel</vt:lpstr>
      <vt:lpstr>Sheet Metal Seaming</vt:lpstr>
      <vt:lpstr>Straightening Sheets and Strips</vt:lpstr>
      <vt:lpstr>Forming Sheet by Spinning</vt:lpstr>
      <vt:lpstr>Forming a Reflector by Spinning</vt:lpstr>
      <vt:lpstr>Shear Forming</vt:lpstr>
      <vt:lpstr>Stretch Forming</vt:lpstr>
      <vt:lpstr>Deep Drawing</vt:lpstr>
      <vt:lpstr>Metal Flow in Drawing</vt:lpstr>
      <vt:lpstr>Piercing, Blanking, Drawing and Trimming</vt:lpstr>
      <vt:lpstr>Hydroforming Sheets</vt:lpstr>
      <vt:lpstr>Hydroforming Tubes</vt:lpstr>
      <vt:lpstr>Cross-section of Formed Tube</vt:lpstr>
      <vt:lpstr>Formed Tubes in Auto Bodies</vt:lpstr>
      <vt:lpstr>Hot Drawing</vt:lpstr>
      <vt:lpstr>Ironing</vt:lpstr>
      <vt:lpstr>Embossing</vt:lpstr>
    </vt:vector>
  </TitlesOfParts>
  <Company>La Tech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Sheet-Forming Processes</dc:title>
  <dc:creator>Ray McKinney</dc:creator>
  <cp:lastModifiedBy>William Long</cp:lastModifiedBy>
  <cp:revision>22</cp:revision>
  <dcterms:created xsi:type="dcterms:W3CDTF">2010-02-11T20:53:34Z</dcterms:created>
  <dcterms:modified xsi:type="dcterms:W3CDTF">2021-05-04T22:35:05Z</dcterms:modified>
</cp:coreProperties>
</file>